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265" r:id="rId3"/>
    <p:sldId id="266" r:id="rId4"/>
    <p:sldId id="261" r:id="rId5"/>
    <p:sldId id="263" r:id="rId6"/>
    <p:sldId id="268" r:id="rId7"/>
    <p:sldId id="269" r:id="rId8"/>
    <p:sldId id="270" r:id="rId9"/>
    <p:sldId id="273" r:id="rId10"/>
    <p:sldId id="272" r:id="rId11"/>
    <p:sldId id="267" r:id="rId12"/>
    <p:sldId id="271" r:id="rId13"/>
    <p:sldId id="26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174578-B874-74A9-5085-AC67980CD134}" name="Zach Pan 潘冠誠" initials="ZP潘" userId="S::Zach.Pan@nextron.com.tw::32ebfbc2-c378-4728-9e58-6f23f75caa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AED"/>
    <a:srgbClr val="041AE8"/>
    <a:srgbClr val="247CBE"/>
    <a:srgbClr val="7A18D4"/>
    <a:srgbClr val="52240A"/>
    <a:srgbClr val="E88F18"/>
    <a:srgbClr val="3F2B21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26" autoAdjust="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ACED26-7D0A-F65A-038E-6E83F302E5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2AFA4ED-987E-6E4C-6483-759DFDEB46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D83EB-7C16-4FD1-A884-12DE8131455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C4C2F6-A50E-0A43-6E60-8E434F209A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7C7C5B-0877-AABC-FB7B-547AEFF705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DFDDD-887D-46DD-BCEE-21AE66CD4B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4191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7AA2-73D1-4E8C-8AED-0BB50192DDD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A3FD-4F71-4A33-8934-B11196A187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034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F3F0-4589-43BB-BB33-77CC516406C4}" type="datetime1">
              <a:rPr lang="zh-TW" altLang="en-US" smtClean="0"/>
              <a:t>2026/10/15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D325-132B-4DA3-83E9-CF3CB47A746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22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1239671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8DD2-2110-481B-97D5-14F69D620AB3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D325-132B-4DA3-83E9-CF3CB47A74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95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27801452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375255601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075B-78BC-4D8D-B605-160E8DB973C0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D325-132B-4DA3-83E9-CF3CB47A74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41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1C82-921C-482D-8267-D82C91292CB5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D325-132B-4DA3-83E9-CF3CB47A74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95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331311547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A948-3B1E-4D2B-829F-311F8A4C36A5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D325-132B-4DA3-83E9-CF3CB47A74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98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1543072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167998257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  <a:p>
            <a:endParaRPr lang="zh-TW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279442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410547625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483691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340580539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77022298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171698658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1449421"/>
            <a:ext cx="4196223" cy="459194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1449421"/>
            <a:ext cx="4196222" cy="45919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DE8D-5740-44F9-992C-F95C18E26C4A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6D8E5F2-0685-04BC-E8A9-724D1602B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39062"/>
            <a:ext cx="8596668" cy="70363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50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F71CECD2-FAA5-0F7D-A180-DEB52605A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A3C335-6451-4F63-001B-63D1A50F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E4B5-C6AD-4081-899A-4853C129F7C9}" type="datetime1">
              <a:rPr lang="zh-TW" altLang="en-US" smtClean="0"/>
              <a:t>2026/10/15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FE1538-8F3E-FBD4-8FB2-96589F37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929FFD-7B51-BC1C-D822-1C6FC72B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D325-132B-4DA3-83E9-CF3CB47A746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標題 9">
            <a:extLst>
              <a:ext uri="{FF2B5EF4-FFF2-40B4-BE49-F238E27FC236}">
                <a16:creationId xmlns:a16="http://schemas.microsoft.com/office/drawing/2014/main" id="{F82F0F47-C7C5-C8C2-E500-D8DC9C5A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6801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88625" y="644264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F6C4AB-7233-41D9-AE98-B88DDBD93121}" type="datetime1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3103" y="5242599"/>
            <a:ext cx="1745722" cy="11445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</p:spTree>
    <p:extLst>
      <p:ext uri="{BB962C8B-B14F-4D97-AF65-F5344CB8AC3E}">
        <p14:creationId xmlns:p14="http://schemas.microsoft.com/office/powerpoint/2010/main" val="2907940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731" r:id="rId18"/>
    <p:sldLayoutId id="2147483649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ps.app.goo.gl/5JVE5rFJ2LX4Nq1u6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oogle.com/maps/dir/25.0772423,121.5440768/25.1130723,121.4985901/@25.1131057,121.4985503,20.45z/data=!4m2!4m1!3e1?authuser=0&amp;entry=ttu&amp;g_ep=EgoyMDI2MDUzMS4wIKXMDSoASAFQAw%3D%3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google.com/maps/dir/25.1131168,121.4986028/%E9%97%9C%E6%B8%A1%E7%A2%BC%E9%A0%AD%E8%B2%A8%E6%AB%83%E5%B8%82%E9%9B%86+112%E8%87%BA%E5%8C%97%E5%B8%82%E5%8C%97%E6%8A%95%E5%8D%80%E9%97%9C%E6%B8%A1%E9%87%8C%E7%9F%A5%E8%A1%8C%E8%B7%AF360-1%E8%99%9F/@25.1168762,121.4646331,14.19z/data=!4m9!4m8!1m0!1m5!1m1!1s0x3442aff764f25b4d:0xdefaa6ee57f4adcb!2m2!1d121.4621568!2d25.1208626!3e1?authuser=0&amp;entry=ttu&amp;g_ep=EgoyMDI2MDUzMS4wIKXMDSoASAFQAw%3D%3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google.com/maps/dir/25.052775,121.5760213/25.0773121,121.5445966/@25.0662174,121.5538182,14.41z/data=!4m2!4m1!3e1?authuser=0&amp;entry=ttu&amp;g_ep=EgoyMDI2MDUzMS4wIKXMDSoASAFQAw%3D%3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oogle.com/maps/dir/%E9%97%9C%E6%B8%A1%E7%A2%BC%E9%A0%AD%E8%B2%A8%E6%AB%83%E5%B8%82%E9%9B%86+112%E8%87%BA%E5%8C%97%E5%B8%82%E5%8C%97%E6%8A%95%E5%8D%80%E9%97%9C%E6%B8%A1%E9%87%8C%E7%9F%A5%E8%A1%8C%E8%B7%AF360-1%E8%99%9F/25.1679152,121.4435732/@25.1459488,121.4310935,13.39z/data=!4m9!4m8!1m5!1m1!1s0x3442aff764f25b4d:0xdefaa6ee57f4adcb!2m2!1d121.4621568!2d25.1208626!1m0!3e1?authuser=0&amp;entry=ttu&amp;g_ep=EgoyMDI2MDUzMS4wIKXMDSoASAFQAw%3D%3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8C9F2A-D162-F0D8-DD79-8B8AAEC911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8616EC-6858-79B7-5FD1-D295913E0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/>
              <a:t>路線 </a:t>
            </a:r>
            <a:r>
              <a:rPr lang="en-US" altLang="zh-TW" sz="4400" dirty="0"/>
              <a:t>10/17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DF1A8E-21E5-39CB-6362-15122501C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ED325-132B-4DA3-83E9-CF3CB47A7468}" type="slidenum">
              <a:rPr lang="zh-TW" altLang="en-US" smtClean="0"/>
              <a:t>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B2F318B-0141-9028-1D07-874418CB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401" y="1625155"/>
            <a:ext cx="5800902" cy="382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7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8821FA-6ECA-F1F9-EA4A-3643495B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Nextron</a:t>
            </a:r>
            <a:r>
              <a:rPr lang="zh-TW" altLang="en-US"/>
              <a:t>單車社</a:t>
            </a:r>
            <a:endParaRPr lang="zh-TW" altLang="en-US" dirty="0"/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966BDEEC-BB6B-BDBF-1148-B23FE7D7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/>
          <a:lstStyle/>
          <a:p>
            <a:r>
              <a:rPr lang="zh-TW" altLang="en-US" dirty="0"/>
              <a:t>路線 </a:t>
            </a:r>
            <a:r>
              <a:rPr lang="en-US" altLang="zh-TW" dirty="0"/>
              <a:t>:</a:t>
            </a:r>
            <a:r>
              <a:rPr lang="zh-TW" altLang="en-US" dirty="0"/>
              <a:t> 彩虹橋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淡水老街</a:t>
            </a:r>
            <a:endParaRPr lang="zh-TW" altLang="en-US" dirty="0"/>
          </a:p>
        </p:txBody>
      </p:sp>
      <p:pic>
        <p:nvPicPr>
          <p:cNvPr id="19" name="內容版面配置區 5">
            <a:extLst>
              <a:ext uri="{FF2B5EF4-FFF2-40B4-BE49-F238E27FC236}">
                <a16:creationId xmlns:a16="http://schemas.microsoft.com/office/drawing/2014/main" id="{120BD300-5BA9-7D0B-2D7A-42C640578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2" y="587891"/>
            <a:ext cx="5411788" cy="4332309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179CF0AB-2588-109A-DBEF-DFBB69CCA379}"/>
              </a:ext>
            </a:extLst>
          </p:cNvPr>
          <p:cNvSpPr txBox="1"/>
          <p:nvPr/>
        </p:nvSpPr>
        <p:spPr>
          <a:xfrm>
            <a:off x="4818189" y="2872383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endParaRPr lang="zh-TW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CBDFDC5-2A83-08F4-9F88-45D2EE63D665}"/>
              </a:ext>
            </a:extLst>
          </p:cNvPr>
          <p:cNvSpPr txBox="1"/>
          <p:nvPr/>
        </p:nvSpPr>
        <p:spPr>
          <a:xfrm>
            <a:off x="6096000" y="3708797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S</a:t>
            </a:r>
            <a:endParaRPr lang="zh-TW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599CCDC-1687-68FC-0F80-D0861882B668}"/>
              </a:ext>
            </a:extLst>
          </p:cNvPr>
          <p:cNvSpPr txBox="1"/>
          <p:nvPr/>
        </p:nvSpPr>
        <p:spPr>
          <a:xfrm>
            <a:off x="3576892" y="2142053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</a:t>
            </a:r>
            <a:endParaRPr lang="zh-TW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2757EB8-07F6-8F8A-EB31-623CEBBB92B7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494502" y="3893463"/>
            <a:ext cx="601498" cy="6992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8ED8E1F-FBDF-D7A9-3215-C0A9E709234B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533709" y="3241715"/>
            <a:ext cx="477520" cy="5450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24F1769-514C-8F6F-7841-B5FE636804F8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3239264" y="2511385"/>
            <a:ext cx="530668" cy="2564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9BC945B-216B-FEE5-9C82-5CC3FD74AD67}"/>
              </a:ext>
            </a:extLst>
          </p:cNvPr>
          <p:cNvSpPr txBox="1"/>
          <p:nvPr/>
        </p:nvSpPr>
        <p:spPr>
          <a:xfrm>
            <a:off x="2743200" y="1923031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endParaRPr lang="zh-TW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4048CA3-9ADC-A8D1-D827-97DCCFF42774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2212532" y="2107697"/>
            <a:ext cx="530668" cy="3693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BD74484-D848-82AA-8841-72C609BD9AE8}"/>
              </a:ext>
            </a:extLst>
          </p:cNvPr>
          <p:cNvSpPr txBox="1"/>
          <p:nvPr/>
        </p:nvSpPr>
        <p:spPr>
          <a:xfrm>
            <a:off x="6748718" y="572393"/>
            <a:ext cx="30455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S-</a:t>
            </a:r>
            <a:r>
              <a:rPr lang="zh-TW" altLang="en-US" dirty="0"/>
              <a:t>彩虹橋集合</a:t>
            </a:r>
            <a:endParaRPr lang="en-US" altLang="zh-TW" dirty="0"/>
          </a:p>
          <a:p>
            <a:r>
              <a:rPr lang="en-US" altLang="zh-TW" strike="sngStrike" dirty="0"/>
              <a:t>1.</a:t>
            </a:r>
            <a:r>
              <a:rPr lang="zh-TW" altLang="en-US" strike="sngStrike" dirty="0"/>
              <a:t>大直橋</a:t>
            </a:r>
            <a:endParaRPr lang="en-US" altLang="zh-TW" strike="sngStrike" dirty="0"/>
          </a:p>
          <a:p>
            <a:r>
              <a:rPr lang="en-US" altLang="zh-TW" dirty="0"/>
              <a:t>2.</a:t>
            </a:r>
            <a:r>
              <a:rPr lang="zh-TW" altLang="en-US" dirty="0"/>
              <a:t>休息點</a:t>
            </a:r>
            <a:r>
              <a:rPr lang="en-US" altLang="zh-TW" dirty="0"/>
              <a:t>-</a:t>
            </a:r>
            <a:r>
              <a:rPr lang="zh-TW" altLang="en-US" dirty="0"/>
              <a:t>河雙</a:t>
            </a:r>
            <a:r>
              <a:rPr lang="en-US" altLang="zh-TW" dirty="0"/>
              <a:t>21</a:t>
            </a:r>
            <a:r>
              <a:rPr lang="zh-TW" altLang="en-US" dirty="0"/>
              <a:t>河濱公園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關渡碼頭貨櫃市集</a:t>
            </a:r>
            <a:r>
              <a:rPr lang="en-US" altLang="zh-TW" dirty="0"/>
              <a:t>(</a:t>
            </a:r>
            <a:r>
              <a:rPr lang="zh-TW" altLang="en-US" dirty="0"/>
              <a:t>休息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4.</a:t>
            </a:r>
            <a:r>
              <a:rPr lang="zh-TW" altLang="en-US" dirty="0"/>
              <a:t>淡江大橋</a:t>
            </a:r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八里</a:t>
            </a:r>
            <a:r>
              <a:rPr lang="en-US" altLang="zh-TW" dirty="0"/>
              <a:t>(</a:t>
            </a:r>
            <a:r>
              <a:rPr lang="zh-TW" altLang="en-US" dirty="0"/>
              <a:t>吃飯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6.</a:t>
            </a:r>
            <a:r>
              <a:rPr lang="zh-TW" altLang="en-US" dirty="0"/>
              <a:t>關渡大橋</a:t>
            </a:r>
            <a:endParaRPr lang="en-US" altLang="zh-TW" dirty="0"/>
          </a:p>
          <a:p>
            <a:r>
              <a:rPr lang="en-US" altLang="zh-TW" dirty="0"/>
              <a:t>7.</a:t>
            </a:r>
            <a:r>
              <a:rPr lang="zh-TW" altLang="en-US" dirty="0"/>
              <a:t>汐止回程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ADD8D11-BB78-6F02-9D0C-F88712AAECA7}"/>
              </a:ext>
            </a:extLst>
          </p:cNvPr>
          <p:cNvSpPr txBox="1"/>
          <p:nvPr/>
        </p:nvSpPr>
        <p:spPr>
          <a:xfrm>
            <a:off x="2397760" y="609130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E</a:t>
            </a:r>
            <a:endParaRPr lang="zh-TW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869F2F3C-2699-55B4-AE30-1D57470981C4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1717040" y="793796"/>
            <a:ext cx="680720" cy="184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68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726CC64-F788-6CDA-BF93-CC2C7FE6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32" y="1759520"/>
            <a:ext cx="8534400" cy="1507067"/>
          </a:xfrm>
        </p:spPr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集合地點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A983F8-5907-A0E0-545E-5B367A282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83" y="1017032"/>
            <a:ext cx="4524470" cy="24231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3ECA3CD-808B-B643-BF6E-EA6A76DC7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873" y="1017033"/>
            <a:ext cx="4813167" cy="242316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C96D9D0-976E-F02F-03E5-FB7C05515DD1}"/>
              </a:ext>
            </a:extLst>
          </p:cNvPr>
          <p:cNvSpPr txBox="1"/>
          <p:nvPr/>
        </p:nvSpPr>
        <p:spPr>
          <a:xfrm>
            <a:off x="1967162" y="596163"/>
            <a:ext cx="926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彩虹橋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18F2734-F0C0-08B9-ECAD-0899B80758F1}"/>
              </a:ext>
            </a:extLst>
          </p:cNvPr>
          <p:cNvSpPr txBox="1"/>
          <p:nvPr/>
        </p:nvSpPr>
        <p:spPr>
          <a:xfrm>
            <a:off x="6843704" y="596163"/>
            <a:ext cx="926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社后橋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2DE0820-AE60-04AD-8473-5D6E1DD4DB3F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7.4</a:t>
            </a:r>
            <a:r>
              <a:rPr lang="zh-TW" altLang="en-US" dirty="0"/>
              <a:t>公里 </a:t>
            </a:r>
            <a:r>
              <a:rPr lang="en-US" altLang="zh-TW" dirty="0"/>
              <a:t>(27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7F78FC9-8F13-AB61-FF77-C0D49AE9B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677" y="3855445"/>
            <a:ext cx="4887597" cy="2531743"/>
          </a:xfrm>
          <a:prstGeom prst="rect">
            <a:avLst/>
          </a:prstGeom>
        </p:spPr>
      </p:pic>
      <p:sp>
        <p:nvSpPr>
          <p:cNvPr id="13" name="標題 1">
            <a:extLst>
              <a:ext uri="{FF2B5EF4-FFF2-40B4-BE49-F238E27FC236}">
                <a16:creationId xmlns:a16="http://schemas.microsoft.com/office/drawing/2014/main" id="{FBD00DE6-37DA-1048-C433-66A04C64EF9F}"/>
              </a:ext>
            </a:extLst>
          </p:cNvPr>
          <p:cNvSpPr txBox="1">
            <a:spLocks/>
          </p:cNvSpPr>
          <p:nvPr/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>
                <a:hlinkClick r:id="rId5"/>
              </a:rPr>
              <a:t>S.</a:t>
            </a:r>
            <a:r>
              <a:rPr lang="zh-TW" altLang="en-US" dirty="0">
                <a:hlinkClick r:id="rId5"/>
              </a:rPr>
              <a:t>集合點</a:t>
            </a:r>
            <a:endParaRPr lang="zh-TW" altLang="en-US" dirty="0"/>
          </a:p>
        </p:txBody>
      </p:sp>
      <p:sp>
        <p:nvSpPr>
          <p:cNvPr id="14" name="投影片編號版面配置區 3">
            <a:extLst>
              <a:ext uri="{FF2B5EF4-FFF2-40B4-BE49-F238E27FC236}">
                <a16:creationId xmlns:a16="http://schemas.microsoft.com/office/drawing/2014/main" id="{907E18ED-9424-1DA2-C5C2-F132D53B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DB036EB-A468-3869-36A1-86ED63A9819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430318" y="3440192"/>
            <a:ext cx="952962" cy="2400776"/>
          </a:xfrm>
          <a:prstGeom prst="straightConnector1">
            <a:avLst/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942B6AC-C0C1-3799-6902-17F52998FCF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226457" y="3440193"/>
            <a:ext cx="0" cy="1487407"/>
          </a:xfrm>
          <a:prstGeom prst="straightConnector1">
            <a:avLst/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6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A3405-867F-3111-68D9-41A1B9F6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休息點</a:t>
            </a:r>
            <a:r>
              <a:rPr lang="en-US" altLang="zh-TW" dirty="0"/>
              <a:t>-</a:t>
            </a:r>
            <a:r>
              <a:rPr lang="en-US" altLang="zh-TW" dirty="0">
                <a:hlinkClick r:id="rId2"/>
              </a:rPr>
              <a:t>2.</a:t>
            </a:r>
            <a:r>
              <a:rPr lang="zh-TW" altLang="en-US" dirty="0">
                <a:hlinkClick r:id="rId2"/>
              </a:rPr>
              <a:t>河雙</a:t>
            </a:r>
            <a:r>
              <a:rPr lang="en-US" altLang="zh-TW" dirty="0">
                <a:hlinkClick r:id="rId2"/>
              </a:rPr>
              <a:t>21</a:t>
            </a:r>
            <a:r>
              <a:rPr lang="zh-TW" altLang="en-US" dirty="0">
                <a:hlinkClick r:id="rId2"/>
              </a:rPr>
              <a:t>河濱公園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EAF5B62-5390-3A04-EA15-E07CAC0C5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4212" y="1234441"/>
            <a:ext cx="6404139" cy="2984854"/>
          </a:xfrm>
          <a:prstGeom prst="rect">
            <a:avLst/>
          </a:prstGeom>
        </p:spPr>
      </p:pic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1CC36E55-090F-BB69-F8C1-F21FD4CC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6819D15-424B-B1E6-9851-6FDA8A7EBD15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8.7</a:t>
            </a:r>
            <a:r>
              <a:rPr lang="zh-TW" altLang="en-US" dirty="0"/>
              <a:t>公里 </a:t>
            </a:r>
            <a:r>
              <a:rPr lang="en-US" altLang="zh-TW" dirty="0"/>
              <a:t>(26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280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C4B56F-316F-5A29-4352-9F0A30D4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第二集合點</a:t>
            </a:r>
            <a:r>
              <a:rPr lang="en-US" altLang="zh-TW" dirty="0"/>
              <a:t>-</a:t>
            </a:r>
            <a:r>
              <a:rPr lang="en-US" altLang="zh-TW" dirty="0">
                <a:hlinkClick r:id="rId2"/>
              </a:rPr>
              <a:t>3.</a:t>
            </a:r>
            <a:r>
              <a:rPr lang="zh-TW" altLang="en-US" dirty="0">
                <a:hlinkClick r:id="rId2"/>
              </a:rPr>
              <a:t>關渡碼頭貨櫃市集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A3DB8FC-5B67-125F-C462-B268C125C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4212" y="1153160"/>
            <a:ext cx="6092074" cy="3123505"/>
          </a:xfrm>
          <a:prstGeom prst="rect">
            <a:avLst/>
          </a:prstGeom>
        </p:spPr>
      </p:pic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0BD598F1-A3C2-D5CD-2FC6-6C92831C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019F9DE-F616-2330-1B1C-BBC5895FAC98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4.7</a:t>
            </a:r>
            <a:r>
              <a:rPr lang="zh-TW" altLang="en-US" dirty="0"/>
              <a:t>公里 </a:t>
            </a:r>
            <a:r>
              <a:rPr lang="en-US" altLang="zh-TW" dirty="0"/>
              <a:t>(14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707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7667-71E8-F1AA-FC9F-CA9125594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ACC334-CB07-51A5-23DA-EAC83F38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</a:t>
            </a:r>
            <a:r>
              <a:rPr lang="zh-TW" altLang="en-US" dirty="0"/>
              <a:t>淡江大橋</a:t>
            </a:r>
          </a:p>
        </p:txBody>
      </p:sp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3F1713E4-DB30-8050-0A59-428CA821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104E4D-585E-EA30-18C2-84D5CC4DC82A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4.7</a:t>
            </a:r>
            <a:r>
              <a:rPr lang="zh-TW" altLang="en-US" dirty="0"/>
              <a:t>公里 </a:t>
            </a:r>
            <a:r>
              <a:rPr lang="en-US" altLang="zh-TW" dirty="0"/>
              <a:t>(14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5290791-9FAE-3F29-F9B5-0A4F3E22E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7728" y="708771"/>
            <a:ext cx="2770398" cy="222146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BD628F1-8FB9-DD86-E588-24C8C5BED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26" y="492920"/>
            <a:ext cx="7197274" cy="387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2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08433-F8B8-D842-C549-CA97C938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16BC1E-01B2-8674-1357-4201EDC7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</a:t>
            </a:r>
            <a:r>
              <a:rPr lang="zh-TW" altLang="en-US" dirty="0"/>
              <a:t>八里吃飯</a:t>
            </a:r>
            <a:r>
              <a:rPr lang="en-US" altLang="zh-TW" dirty="0"/>
              <a:t>,</a:t>
            </a:r>
            <a:r>
              <a:rPr lang="zh-TW" altLang="en-US" dirty="0"/>
              <a:t>餐廳再找</a:t>
            </a:r>
          </a:p>
        </p:txBody>
      </p:sp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6E3F2857-A4AE-E3BF-9340-E1ABD33B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/>
              <a:t>Nextron</a:t>
            </a:r>
            <a:r>
              <a:rPr lang="zh-TW" altLang="en-US"/>
              <a:t>單車社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ED7EBBB-2D04-5A9A-0932-7ABD2A0C2DD3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4.7</a:t>
            </a:r>
            <a:r>
              <a:rPr lang="zh-TW" altLang="en-US" dirty="0"/>
              <a:t>公里 </a:t>
            </a:r>
            <a:r>
              <a:rPr lang="en-US" altLang="zh-TW" dirty="0"/>
              <a:t>(14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415FDBB-441D-460B-CFD4-9FCDABC78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96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608C-E8EC-D0CF-FA1B-0CE260EA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32DD97-B6B9-89A5-42F4-CD2712B3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</a:t>
            </a:r>
            <a:r>
              <a:rPr lang="zh-TW" altLang="en-US" dirty="0"/>
              <a:t>關渡大橋</a:t>
            </a:r>
          </a:p>
        </p:txBody>
      </p:sp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F6ECC1CD-865F-255F-B408-B9B8481C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/>
              <a:t>Nextron</a:t>
            </a:r>
            <a:r>
              <a:rPr lang="zh-TW" altLang="en-US"/>
              <a:t>單車社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6D7CC4-E9D2-EFF4-3CD5-70D872DF35A9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</a:t>
            </a:r>
            <a:r>
              <a:rPr lang="zh-TW" altLang="en-US" dirty="0"/>
              <a:t>公里 </a:t>
            </a:r>
            <a:r>
              <a:rPr lang="en-US" altLang="zh-TW" dirty="0"/>
              <a:t>(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F92718D-BF7B-481C-3EEB-9067D8D93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254" y="563299"/>
            <a:ext cx="5874740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07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92AD-B96B-D0E7-DAE5-E1A7D76A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F1EB6E-73B0-3A2B-87BA-6534F0E9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</a:t>
            </a:r>
            <a:r>
              <a:rPr lang="zh-TW" altLang="en-US" dirty="0"/>
              <a:t>回程</a:t>
            </a:r>
          </a:p>
        </p:txBody>
      </p:sp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7A903939-4CB5-B566-B380-EE835C670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/>
              <a:t>Nextron</a:t>
            </a:r>
            <a:r>
              <a:rPr lang="zh-TW" altLang="en-US"/>
              <a:t>單車社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DF0D1A-08B8-211B-F181-326DFB3434E7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</a:t>
            </a:r>
            <a:r>
              <a:rPr lang="zh-TW" altLang="en-US" dirty="0"/>
              <a:t>公里 </a:t>
            </a:r>
            <a:r>
              <a:rPr lang="en-US" altLang="zh-TW" dirty="0"/>
              <a:t>(X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25BEC6-2547-5901-4126-512A530FE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4546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FA932B-B684-08BA-2617-D62FF1BA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Nextron</a:t>
            </a:r>
            <a:r>
              <a:rPr lang="zh-TW" altLang="en-US"/>
              <a:t>單車社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CCAC157E-5C2C-B20B-E283-7009163AE33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414779" y="342900"/>
            <a:ext cx="3514013" cy="359525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88D0193-DA46-BAF2-DEEF-28D047377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" y="0"/>
            <a:ext cx="6674281" cy="437344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D65C95F-9231-2115-6DA4-53FFC90CF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70" y="4824870"/>
            <a:ext cx="5449060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78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2C126-96BB-53CB-3581-DC7D0BCF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BC8887-8404-643C-AFA2-9851A2C14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此活動為約騎</a:t>
            </a:r>
            <a:r>
              <a:rPr lang="en-US" altLang="zh-TW" dirty="0"/>
              <a:t>,</a:t>
            </a:r>
            <a:r>
              <a:rPr lang="zh-TW" altLang="en-US" dirty="0"/>
              <a:t>無保險</a:t>
            </a:r>
            <a:r>
              <a:rPr lang="en-US" altLang="zh-TW" dirty="0"/>
              <a:t>,</a:t>
            </a:r>
            <a:r>
              <a:rPr lang="zh-TW" altLang="en-US" dirty="0"/>
              <a:t>請注意安全</a:t>
            </a:r>
            <a:r>
              <a:rPr lang="en-US" altLang="zh-TW" dirty="0"/>
              <a:t>,</a:t>
            </a:r>
            <a:r>
              <a:rPr lang="zh-TW" altLang="en-US" dirty="0"/>
              <a:t>或自備防護裝備 </a:t>
            </a:r>
            <a:r>
              <a:rPr lang="en-US" altLang="zh-TW" b="1" dirty="0"/>
              <a:t>(</a:t>
            </a:r>
            <a:r>
              <a:rPr lang="zh-TW" altLang="en-US" b="1" dirty="0"/>
              <a:t>如安全帽</a:t>
            </a:r>
            <a:r>
              <a:rPr lang="en-US" altLang="zh-TW" b="1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會提供能量飲一瓶</a:t>
            </a:r>
            <a:r>
              <a:rPr lang="en-US" altLang="zh-TW" dirty="0"/>
              <a:t>,</a:t>
            </a:r>
            <a:r>
              <a:rPr lang="zh-TW" altLang="en-US" dirty="0"/>
              <a:t>礦泉水要自備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請注意防曬及充水分</a:t>
            </a:r>
            <a:r>
              <a:rPr lang="en-US" altLang="zh-TW" dirty="0"/>
              <a:t>,</a:t>
            </a:r>
            <a:r>
              <a:rPr lang="zh-TW" altLang="en-US" dirty="0"/>
              <a:t>及毛巾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F9590A-C629-2AE7-3740-03CFD557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Nextron</a:t>
            </a:r>
            <a:r>
              <a:rPr lang="zh-TW" altLang="en-US"/>
              <a:t>單車社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0481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D564783-B56C-868B-8F32-F5A31978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7200" dirty="0"/>
              <a:t>END</a:t>
            </a:r>
            <a:endParaRPr lang="zh-TW" altLang="en-US" sz="7200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2634BDC-8A5F-C909-6A54-F706EBB7D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0C146D-BEF6-6D17-3B63-4887197D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Nextron</a:t>
            </a:r>
            <a:r>
              <a:rPr lang="zh-TW" altLang="en-US"/>
              <a:t>單車社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2167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FFFEE-0F44-9AB6-D3E0-4607A138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休息點</a:t>
            </a:r>
            <a:r>
              <a:rPr lang="en-US" altLang="zh-TW" dirty="0"/>
              <a:t>-</a:t>
            </a:r>
            <a:r>
              <a:rPr lang="en-US" altLang="zh-TW" dirty="0">
                <a:hlinkClick r:id="rId2"/>
              </a:rPr>
              <a:t>1.</a:t>
            </a:r>
            <a:r>
              <a:rPr lang="zh-TW" altLang="en-US" dirty="0">
                <a:hlinkClick r:id="rId2"/>
              </a:rPr>
              <a:t>大直橋下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0F2F423-1990-3020-DCF7-5F428DC9B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4212" y="1268297"/>
            <a:ext cx="6420575" cy="2995515"/>
          </a:xfrm>
          <a:prstGeom prst="rect">
            <a:avLst/>
          </a:prstGeom>
        </p:spPr>
      </p:pic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7CF1956F-B54D-3F88-4EE6-7C3934C4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072908-9E79-FBE6-83FE-8F604DB1D699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5.9</a:t>
            </a:r>
            <a:r>
              <a:rPr lang="zh-TW" altLang="en-US" dirty="0"/>
              <a:t>公里 </a:t>
            </a:r>
            <a:r>
              <a:rPr lang="en-US" altLang="zh-TW" dirty="0"/>
              <a:t>(17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928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AF7740-0988-BB6E-9CCB-5EDBC78E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E.</a:t>
            </a:r>
            <a:r>
              <a:rPr lang="zh-TW" altLang="en-US" dirty="0"/>
              <a:t>目的地</a:t>
            </a:r>
            <a:r>
              <a:rPr lang="en-US" altLang="zh-TW" dirty="0"/>
              <a:t>-</a:t>
            </a:r>
            <a:r>
              <a:rPr lang="zh-TW" altLang="en-US" dirty="0">
                <a:hlinkClick r:id="rId2"/>
              </a:rPr>
              <a:t>淡水金色水岸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C14291F-C53C-EDD9-B83B-EF063C507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4212" y="1132840"/>
            <a:ext cx="5807783" cy="3112124"/>
          </a:xfrm>
          <a:prstGeom prst="rect">
            <a:avLst/>
          </a:prstGeom>
        </p:spPr>
      </p:pic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BF2E73E8-0C90-36A0-D1BA-A5630FB1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3103" y="5242599"/>
            <a:ext cx="1745722" cy="1144589"/>
          </a:xfrm>
        </p:spPr>
        <p:txBody>
          <a:bodyPr/>
          <a:lstStyle/>
          <a:p>
            <a:r>
              <a:rPr lang="en-US" altLang="zh-TW" dirty="0"/>
              <a:t>Nextron</a:t>
            </a:r>
            <a:r>
              <a:rPr lang="zh-TW" altLang="en-US" dirty="0"/>
              <a:t>單車社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F9447DB-B4E5-7ADB-99B5-22E6A58F9B9A}"/>
              </a:ext>
            </a:extLst>
          </p:cNvPr>
          <p:cNvSpPr txBox="1"/>
          <p:nvPr/>
        </p:nvSpPr>
        <p:spPr>
          <a:xfrm>
            <a:off x="545254" y="123589"/>
            <a:ext cx="738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6.4</a:t>
            </a:r>
            <a:r>
              <a:rPr lang="zh-TW" altLang="en-US" dirty="0"/>
              <a:t>公里 </a:t>
            </a:r>
            <a:r>
              <a:rPr lang="en-US" altLang="zh-TW" dirty="0"/>
              <a:t>(20</a:t>
            </a:r>
            <a:r>
              <a:rPr lang="zh-TW" altLang="en-US" dirty="0"/>
              <a:t>分</a:t>
            </a:r>
            <a:r>
              <a:rPr lang="en-US" altLang="zh-TW" dirty="0"/>
              <a:t>)- </a:t>
            </a:r>
            <a:r>
              <a:rPr lang="zh-TW" altLang="en-US" dirty="0"/>
              <a:t>腳踏車道拓寬工程 路不好騎</a:t>
            </a:r>
          </a:p>
        </p:txBody>
      </p:sp>
    </p:spTree>
    <p:extLst>
      <p:ext uri="{BB962C8B-B14F-4D97-AF65-F5344CB8AC3E}">
        <p14:creationId xmlns:p14="http://schemas.microsoft.com/office/powerpoint/2010/main" val="2385954862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TM02900771[[fn=切割線]]</Template>
  <TotalTime>1965</TotalTime>
  <Words>270</Words>
  <Application>Microsoft Office PowerPoint</Application>
  <PresentationFormat>寬螢幕</PresentationFormat>
  <Paragraphs>56</Paragraphs>
  <Slides>14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Aptos</vt:lpstr>
      <vt:lpstr>Century Gothic</vt:lpstr>
      <vt:lpstr>Wingdings</vt:lpstr>
      <vt:lpstr>Wingdings 3</vt:lpstr>
      <vt:lpstr>切割線</vt:lpstr>
      <vt:lpstr>NEXTRON單車社</vt:lpstr>
      <vt:lpstr>路線 : 彩虹橋 淡水老街</vt:lpstr>
      <vt:lpstr>1集合地點</vt:lpstr>
      <vt:lpstr>休息點-2.河雙21河濱公園</vt:lpstr>
      <vt:lpstr>第二集合點-3.關渡碼頭貨櫃市集</vt:lpstr>
      <vt:lpstr>4.淡江大橋</vt:lpstr>
      <vt:lpstr>5.八里吃飯,餐廳再找</vt:lpstr>
      <vt:lpstr>6.關渡大橋</vt:lpstr>
      <vt:lpstr>7.回程</vt:lpstr>
      <vt:lpstr>PowerPoint 簡報</vt:lpstr>
      <vt:lpstr>注意事項</vt:lpstr>
      <vt:lpstr>END</vt:lpstr>
      <vt:lpstr>休息點-1.大直橋下</vt:lpstr>
      <vt:lpstr>E.目的地-淡水金色水岸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Zach.Pan 潘冠誠</dc:creator>
  <cp:lastModifiedBy>Zach.Pan 潘冠誠</cp:lastModifiedBy>
  <cp:revision>36</cp:revision>
  <dcterms:created xsi:type="dcterms:W3CDTF">2024-10-30T00:33:49Z</dcterms:created>
  <dcterms:modified xsi:type="dcterms:W3CDTF">2026-10-15T08:36:01Z</dcterms:modified>
</cp:coreProperties>
</file>